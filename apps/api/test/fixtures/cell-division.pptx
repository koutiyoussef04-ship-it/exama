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ten minutes on mitosis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Mitosis produces two identical daughter cells.</a:t>
            </a:r>
          </a:p>
          <a:p>
            <a:r>
              <a:t>Prophase, metaphase, anaphase and telophase are the four phases of mitosis.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Meiosis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000000"/>
          <a:ext cx="600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3000000"/>
              </a:tblGrid>
              <a:tr h="500000">
                <a:tc>
                  <a:txBody>
                    <a:bodyPr/>
                    <a:lstStyle/>
                    <a:p>
                      <a:r>
                        <a:t>Meiosis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Four haploid cells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Crossing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Happens in prophase 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