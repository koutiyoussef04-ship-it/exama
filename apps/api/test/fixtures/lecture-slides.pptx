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5"/>
    <p:sldId id="257" r:id="rId3"/>
    <p:sldId id="258" r:id="rId4"/>
  </p:sldIdLst>
</p:presentation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/>
          <a:lstStyle/>
          <a:p>
            <a:r>
              <a:rPr lang="en-US"/>
              <a:t>Remind students: oxygen released during photosynthesis comes from water.</a:t>
            </a:r>
          </a:p>
        </p:txBody>
      </p:sp>
      <p:sp>
        <p:nvSpPr>
          <p:cNvPr id="2" name="t"/>
          <p:cNvSpPr/>
          <p:nvPr/>
        </p:nvSpPr>
        <p:spPr/>
        <p:txBody>
          <a:bodyPr/>
          <a:lstStyle/>
          <a:p>
            <a:r>
              <a:rPr lang="en-US"/>
              <a:t>2</a:t>
            </a:r>
          </a:p>
        </p:txBody>
      </p:sp>
    </p:spTree>
  </p:cSld>
</p:note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/>
          <a:lstStyle/>
          <a:p>
            <a:r>
              <a:rPr lang="en-US"/>
              <a:t>Calvin cycle</a:t>
            </a:r>
          </a:p>
        </p:txBody>
      </p:sp>
      <p:sp>
        <p:nvSpPr>
          <p:cNvPr id="2" name="t"/>
          <p:cNvSpPr/>
          <p:nvPr/>
        </p:nvSpPr>
        <p:spPr/>
        <p:txBody>
          <a:bodyPr/>
          <a:lstStyle/>
          <a:p>
            <a:r>
              <a:rPr lang="en-US"/>
              <a:t>The Calvin cycle uses ATP and NADPH to fix carbon dioxide into sugar.</a:t>
            </a:r>
          </a:p>
          <a:p>
            <a:r>
              <a:rPr lang="en-US"/>
              <a:t>The enzyme rubisco catalyses the first step of the Calvin cycle.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/>
          <a:lstStyle/>
          <a:p>
            <a:r>
              <a:rPr lang="en-US"/>
              <a:t>Cellular respiration</a:t>
            </a:r>
          </a:p>
        </p:txBody>
      </p:sp>
      <p:sp>
        <p:nvSpPr>
          <p:cNvPr id="2" name="t"/>
          <p:cNvSpPr/>
          <p:nvPr/>
        </p:nvSpPr>
        <p:spPr/>
        <p:txBody>
          <a:bodyPr/>
          <a:lstStyle/>
          <a:p>
            <a:r>
              <a:rPr lang="en-US"/>
              <a:t>Cellular respiration breaks down glucose to release energy as ATP.</a:t>
            </a:r>
          </a:p>
          <a:p>
            <a:r>
              <a:rPr lang="en-US"/>
              <a:t>Glycolysis is the first stage of cellular respiration.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/>
          <a:lstStyle/>
          <a:p>
            <a:r>
              <a:rPr lang="en-US"/>
              <a:t>Photosynthesis</a:t>
            </a:r>
          </a:p>
        </p:txBody>
      </p:sp>
      <p:sp>
        <p:nvSpPr>
          <p:cNvPr id="2" name="t"/>
          <p:cNvSpPr/>
          <p:nvPr/>
        </p:nvSpPr>
        <p:spPr/>
        <p:txBody>
          <a:bodyPr/>
          <a:lstStyle/>
          <a:p>
            <a:r>
              <a:rPr lang="en-US"/>
              <a:t>Photosynthesis converts light energy into chemical energy stored in glucose.</a:t>
            </a:r>
          </a:p>
          <a:p>
            <a:r>
              <a:rPr lang="en-US"/>
              <a:t>Photosynthesis takes place in the chloroplasts of leaf cells &amp; uses </a:t>
            </a:r>
            <a:r>
              <a:rPr lang="en-US"/>
              <a:t>chlorophyll.</a:t>
            </a:r>
          </a:p>
        </p:txBody>
      </p:sp>
    </p:spTree>
  </p:cSld>
</p:sld>
</file>